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</p:sldIdLst>
  <p:sldSz cx="3240088" cy="36004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243"/>
    <p:restoredTop sz="94694"/>
  </p:normalViewPr>
  <p:slideViewPr>
    <p:cSldViewPr snapToGrid="0">
      <p:cViewPr>
        <p:scale>
          <a:sx n="236" d="100"/>
          <a:sy n="236" d="100"/>
        </p:scale>
        <p:origin x="1688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3007" y="589241"/>
            <a:ext cx="2754075" cy="1253490"/>
          </a:xfrm>
        </p:spPr>
        <p:txBody>
          <a:bodyPr anchor="b"/>
          <a:lstStyle>
            <a:lvl1pPr algn="ctr">
              <a:defRPr sz="212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05011" y="1891070"/>
            <a:ext cx="2430066" cy="869275"/>
          </a:xfrm>
        </p:spPr>
        <p:txBody>
          <a:bodyPr/>
          <a:lstStyle>
            <a:lvl1pPr marL="0" indent="0" algn="ctr">
              <a:buNone/>
              <a:defRPr sz="850"/>
            </a:lvl1pPr>
            <a:lvl2pPr marL="161986" indent="0" algn="ctr">
              <a:buNone/>
              <a:defRPr sz="709"/>
            </a:lvl2pPr>
            <a:lvl3pPr marL="323972" indent="0" algn="ctr">
              <a:buNone/>
              <a:defRPr sz="638"/>
            </a:lvl3pPr>
            <a:lvl4pPr marL="485958" indent="0" algn="ctr">
              <a:buNone/>
              <a:defRPr sz="567"/>
            </a:lvl4pPr>
            <a:lvl5pPr marL="647944" indent="0" algn="ctr">
              <a:buNone/>
              <a:defRPr sz="567"/>
            </a:lvl5pPr>
            <a:lvl6pPr marL="809930" indent="0" algn="ctr">
              <a:buNone/>
              <a:defRPr sz="567"/>
            </a:lvl6pPr>
            <a:lvl7pPr marL="971916" indent="0" algn="ctr">
              <a:buNone/>
              <a:defRPr sz="567"/>
            </a:lvl7pPr>
            <a:lvl8pPr marL="1133902" indent="0" algn="ctr">
              <a:buNone/>
              <a:defRPr sz="567"/>
            </a:lvl8pPr>
            <a:lvl9pPr marL="1295888" indent="0" algn="ctr">
              <a:buNone/>
              <a:defRPr sz="567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074355-C6C9-314C-AC75-37C4D08C6C34}" type="datetimeFigureOut">
              <a:rPr lang="en-CA" smtClean="0"/>
              <a:t>2026-05-29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865B0-780A-DC43-B75D-CAF9557D5E0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441735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074355-C6C9-314C-AC75-37C4D08C6C34}" type="datetimeFigureOut">
              <a:rPr lang="en-CA" smtClean="0"/>
              <a:t>2026-05-29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865B0-780A-DC43-B75D-CAF9557D5E0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888637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1069" y="897613"/>
            <a:ext cx="2794576" cy="1497687"/>
          </a:xfrm>
        </p:spPr>
        <p:txBody>
          <a:bodyPr anchor="b"/>
          <a:lstStyle>
            <a:lvl1pPr>
              <a:defRPr sz="212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1069" y="2409469"/>
            <a:ext cx="2794576" cy="787598"/>
          </a:xfrm>
        </p:spPr>
        <p:txBody>
          <a:bodyPr/>
          <a:lstStyle>
            <a:lvl1pPr marL="0" indent="0">
              <a:buNone/>
              <a:defRPr sz="850">
                <a:solidFill>
                  <a:schemeClr val="tx1">
                    <a:tint val="82000"/>
                  </a:schemeClr>
                </a:solidFill>
              </a:defRPr>
            </a:lvl1pPr>
            <a:lvl2pPr marL="161986" indent="0">
              <a:buNone/>
              <a:defRPr sz="709">
                <a:solidFill>
                  <a:schemeClr val="tx1">
                    <a:tint val="82000"/>
                  </a:schemeClr>
                </a:solidFill>
              </a:defRPr>
            </a:lvl2pPr>
            <a:lvl3pPr marL="323972" indent="0">
              <a:buNone/>
              <a:defRPr sz="638">
                <a:solidFill>
                  <a:schemeClr val="tx1">
                    <a:tint val="82000"/>
                  </a:schemeClr>
                </a:solidFill>
              </a:defRPr>
            </a:lvl3pPr>
            <a:lvl4pPr marL="485958" indent="0">
              <a:buNone/>
              <a:defRPr sz="567">
                <a:solidFill>
                  <a:schemeClr val="tx1">
                    <a:tint val="82000"/>
                  </a:schemeClr>
                </a:solidFill>
              </a:defRPr>
            </a:lvl4pPr>
            <a:lvl5pPr marL="647944" indent="0">
              <a:buNone/>
              <a:defRPr sz="567">
                <a:solidFill>
                  <a:schemeClr val="tx1">
                    <a:tint val="82000"/>
                  </a:schemeClr>
                </a:solidFill>
              </a:defRPr>
            </a:lvl5pPr>
            <a:lvl6pPr marL="809930" indent="0">
              <a:buNone/>
              <a:defRPr sz="567">
                <a:solidFill>
                  <a:schemeClr val="tx1">
                    <a:tint val="82000"/>
                  </a:schemeClr>
                </a:solidFill>
              </a:defRPr>
            </a:lvl6pPr>
            <a:lvl7pPr marL="971916" indent="0">
              <a:buNone/>
              <a:defRPr sz="567">
                <a:solidFill>
                  <a:schemeClr val="tx1">
                    <a:tint val="82000"/>
                  </a:schemeClr>
                </a:solidFill>
              </a:defRPr>
            </a:lvl7pPr>
            <a:lvl8pPr marL="1133902" indent="0">
              <a:buNone/>
              <a:defRPr sz="567">
                <a:solidFill>
                  <a:schemeClr val="tx1">
                    <a:tint val="82000"/>
                  </a:schemeClr>
                </a:solidFill>
              </a:defRPr>
            </a:lvl8pPr>
            <a:lvl9pPr marL="1295888" indent="0">
              <a:buNone/>
              <a:defRPr sz="56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074355-C6C9-314C-AC75-37C4D08C6C34}" type="datetimeFigureOut">
              <a:rPr lang="en-CA" smtClean="0"/>
              <a:t>2026-05-29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865B0-780A-DC43-B75D-CAF9557D5E0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651912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2756" y="958453"/>
            <a:ext cx="1377037" cy="22844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40295" y="958453"/>
            <a:ext cx="1377037" cy="22844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074355-C6C9-314C-AC75-37C4D08C6C34}" type="datetimeFigureOut">
              <a:rPr lang="en-CA" smtClean="0"/>
              <a:t>2026-05-29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865B0-780A-DC43-B75D-CAF9557D5E0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56835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78" y="191691"/>
            <a:ext cx="2794576" cy="69592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78" y="882610"/>
            <a:ext cx="1370709" cy="432554"/>
          </a:xfrm>
        </p:spPr>
        <p:txBody>
          <a:bodyPr anchor="b"/>
          <a:lstStyle>
            <a:lvl1pPr marL="0" indent="0">
              <a:buNone/>
              <a:defRPr sz="850" b="1"/>
            </a:lvl1pPr>
            <a:lvl2pPr marL="161986" indent="0">
              <a:buNone/>
              <a:defRPr sz="709" b="1"/>
            </a:lvl2pPr>
            <a:lvl3pPr marL="323972" indent="0">
              <a:buNone/>
              <a:defRPr sz="638" b="1"/>
            </a:lvl3pPr>
            <a:lvl4pPr marL="485958" indent="0">
              <a:buNone/>
              <a:defRPr sz="567" b="1"/>
            </a:lvl4pPr>
            <a:lvl5pPr marL="647944" indent="0">
              <a:buNone/>
              <a:defRPr sz="567" b="1"/>
            </a:lvl5pPr>
            <a:lvl6pPr marL="809930" indent="0">
              <a:buNone/>
              <a:defRPr sz="567" b="1"/>
            </a:lvl6pPr>
            <a:lvl7pPr marL="971916" indent="0">
              <a:buNone/>
              <a:defRPr sz="567" b="1"/>
            </a:lvl7pPr>
            <a:lvl8pPr marL="1133902" indent="0">
              <a:buNone/>
              <a:defRPr sz="567" b="1"/>
            </a:lvl8pPr>
            <a:lvl9pPr marL="1295888" indent="0">
              <a:buNone/>
              <a:defRPr sz="5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3178" y="1315164"/>
            <a:ext cx="1370709" cy="193440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40295" y="882610"/>
            <a:ext cx="1377459" cy="432554"/>
          </a:xfrm>
        </p:spPr>
        <p:txBody>
          <a:bodyPr anchor="b"/>
          <a:lstStyle>
            <a:lvl1pPr marL="0" indent="0">
              <a:buNone/>
              <a:defRPr sz="850" b="1"/>
            </a:lvl1pPr>
            <a:lvl2pPr marL="161986" indent="0">
              <a:buNone/>
              <a:defRPr sz="709" b="1"/>
            </a:lvl2pPr>
            <a:lvl3pPr marL="323972" indent="0">
              <a:buNone/>
              <a:defRPr sz="638" b="1"/>
            </a:lvl3pPr>
            <a:lvl4pPr marL="485958" indent="0">
              <a:buNone/>
              <a:defRPr sz="567" b="1"/>
            </a:lvl4pPr>
            <a:lvl5pPr marL="647944" indent="0">
              <a:buNone/>
              <a:defRPr sz="567" b="1"/>
            </a:lvl5pPr>
            <a:lvl6pPr marL="809930" indent="0">
              <a:buNone/>
              <a:defRPr sz="567" b="1"/>
            </a:lvl6pPr>
            <a:lvl7pPr marL="971916" indent="0">
              <a:buNone/>
              <a:defRPr sz="567" b="1"/>
            </a:lvl7pPr>
            <a:lvl8pPr marL="1133902" indent="0">
              <a:buNone/>
              <a:defRPr sz="567" b="1"/>
            </a:lvl8pPr>
            <a:lvl9pPr marL="1295888" indent="0">
              <a:buNone/>
              <a:defRPr sz="5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40295" y="1315164"/>
            <a:ext cx="1377459" cy="193440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074355-C6C9-314C-AC75-37C4D08C6C34}" type="datetimeFigureOut">
              <a:rPr lang="en-CA" smtClean="0"/>
              <a:t>2026-05-29</a:t>
            </a:fld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865B0-780A-DC43-B75D-CAF9557D5E0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722192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074355-C6C9-314C-AC75-37C4D08C6C34}" type="datetimeFigureOut">
              <a:rPr lang="en-CA" smtClean="0"/>
              <a:t>2026-05-29</a:t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865B0-780A-DC43-B75D-CAF9557D5E0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51023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074355-C6C9-314C-AC75-37C4D08C6C34}" type="datetimeFigureOut">
              <a:rPr lang="en-CA" smtClean="0"/>
              <a:t>2026-05-29</a:t>
            </a:fld>
            <a:endParaRPr lang="en-C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865B0-780A-DC43-B75D-CAF9557D5E0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76495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78" y="240030"/>
            <a:ext cx="1045013" cy="840105"/>
          </a:xfrm>
        </p:spPr>
        <p:txBody>
          <a:bodyPr anchor="b"/>
          <a:lstStyle>
            <a:lvl1pPr>
              <a:defRPr sz="113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77459" y="518399"/>
            <a:ext cx="1640295" cy="2558653"/>
          </a:xfrm>
        </p:spPr>
        <p:txBody>
          <a:bodyPr/>
          <a:lstStyle>
            <a:lvl1pPr>
              <a:defRPr sz="1134"/>
            </a:lvl1pPr>
            <a:lvl2pPr>
              <a:defRPr sz="992"/>
            </a:lvl2pPr>
            <a:lvl3pPr>
              <a:defRPr sz="850"/>
            </a:lvl3pPr>
            <a:lvl4pPr>
              <a:defRPr sz="709"/>
            </a:lvl4pPr>
            <a:lvl5pPr>
              <a:defRPr sz="709"/>
            </a:lvl5pPr>
            <a:lvl6pPr>
              <a:defRPr sz="709"/>
            </a:lvl6pPr>
            <a:lvl7pPr>
              <a:defRPr sz="709"/>
            </a:lvl7pPr>
            <a:lvl8pPr>
              <a:defRPr sz="709"/>
            </a:lvl8pPr>
            <a:lvl9pPr>
              <a:defRPr sz="709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3178" y="1080135"/>
            <a:ext cx="1045013" cy="2001084"/>
          </a:xfrm>
        </p:spPr>
        <p:txBody>
          <a:bodyPr/>
          <a:lstStyle>
            <a:lvl1pPr marL="0" indent="0">
              <a:buNone/>
              <a:defRPr sz="567"/>
            </a:lvl1pPr>
            <a:lvl2pPr marL="161986" indent="0">
              <a:buNone/>
              <a:defRPr sz="496"/>
            </a:lvl2pPr>
            <a:lvl3pPr marL="323972" indent="0">
              <a:buNone/>
              <a:defRPr sz="425"/>
            </a:lvl3pPr>
            <a:lvl4pPr marL="485958" indent="0">
              <a:buNone/>
              <a:defRPr sz="354"/>
            </a:lvl4pPr>
            <a:lvl5pPr marL="647944" indent="0">
              <a:buNone/>
              <a:defRPr sz="354"/>
            </a:lvl5pPr>
            <a:lvl6pPr marL="809930" indent="0">
              <a:buNone/>
              <a:defRPr sz="354"/>
            </a:lvl6pPr>
            <a:lvl7pPr marL="971916" indent="0">
              <a:buNone/>
              <a:defRPr sz="354"/>
            </a:lvl7pPr>
            <a:lvl8pPr marL="1133902" indent="0">
              <a:buNone/>
              <a:defRPr sz="354"/>
            </a:lvl8pPr>
            <a:lvl9pPr marL="1295888" indent="0">
              <a:buNone/>
              <a:defRPr sz="354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074355-C6C9-314C-AC75-37C4D08C6C34}" type="datetimeFigureOut">
              <a:rPr lang="en-CA" smtClean="0"/>
              <a:t>2026-05-29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865B0-780A-DC43-B75D-CAF9557D5E0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001536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78" y="240030"/>
            <a:ext cx="1045013" cy="840105"/>
          </a:xfrm>
        </p:spPr>
        <p:txBody>
          <a:bodyPr anchor="b"/>
          <a:lstStyle>
            <a:lvl1pPr>
              <a:defRPr sz="113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7459" y="518399"/>
            <a:ext cx="1640295" cy="2558653"/>
          </a:xfrm>
        </p:spPr>
        <p:txBody>
          <a:bodyPr anchor="t"/>
          <a:lstStyle>
            <a:lvl1pPr marL="0" indent="0">
              <a:buNone/>
              <a:defRPr sz="1134"/>
            </a:lvl1pPr>
            <a:lvl2pPr marL="161986" indent="0">
              <a:buNone/>
              <a:defRPr sz="992"/>
            </a:lvl2pPr>
            <a:lvl3pPr marL="323972" indent="0">
              <a:buNone/>
              <a:defRPr sz="850"/>
            </a:lvl3pPr>
            <a:lvl4pPr marL="485958" indent="0">
              <a:buNone/>
              <a:defRPr sz="709"/>
            </a:lvl4pPr>
            <a:lvl5pPr marL="647944" indent="0">
              <a:buNone/>
              <a:defRPr sz="709"/>
            </a:lvl5pPr>
            <a:lvl6pPr marL="809930" indent="0">
              <a:buNone/>
              <a:defRPr sz="709"/>
            </a:lvl6pPr>
            <a:lvl7pPr marL="971916" indent="0">
              <a:buNone/>
              <a:defRPr sz="709"/>
            </a:lvl7pPr>
            <a:lvl8pPr marL="1133902" indent="0">
              <a:buNone/>
              <a:defRPr sz="709"/>
            </a:lvl8pPr>
            <a:lvl9pPr marL="1295888" indent="0">
              <a:buNone/>
              <a:defRPr sz="709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3178" y="1080135"/>
            <a:ext cx="1045013" cy="2001084"/>
          </a:xfrm>
        </p:spPr>
        <p:txBody>
          <a:bodyPr/>
          <a:lstStyle>
            <a:lvl1pPr marL="0" indent="0">
              <a:buNone/>
              <a:defRPr sz="567"/>
            </a:lvl1pPr>
            <a:lvl2pPr marL="161986" indent="0">
              <a:buNone/>
              <a:defRPr sz="496"/>
            </a:lvl2pPr>
            <a:lvl3pPr marL="323972" indent="0">
              <a:buNone/>
              <a:defRPr sz="425"/>
            </a:lvl3pPr>
            <a:lvl4pPr marL="485958" indent="0">
              <a:buNone/>
              <a:defRPr sz="354"/>
            </a:lvl4pPr>
            <a:lvl5pPr marL="647944" indent="0">
              <a:buNone/>
              <a:defRPr sz="354"/>
            </a:lvl5pPr>
            <a:lvl6pPr marL="809930" indent="0">
              <a:buNone/>
              <a:defRPr sz="354"/>
            </a:lvl6pPr>
            <a:lvl7pPr marL="971916" indent="0">
              <a:buNone/>
              <a:defRPr sz="354"/>
            </a:lvl7pPr>
            <a:lvl8pPr marL="1133902" indent="0">
              <a:buNone/>
              <a:defRPr sz="354"/>
            </a:lvl8pPr>
            <a:lvl9pPr marL="1295888" indent="0">
              <a:buNone/>
              <a:defRPr sz="354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074355-C6C9-314C-AC75-37C4D08C6C34}" type="datetimeFigureOut">
              <a:rPr lang="en-CA" smtClean="0"/>
              <a:t>2026-05-29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865B0-780A-DC43-B75D-CAF9557D5E0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398368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074355-C6C9-314C-AC75-37C4D08C6C34}" type="datetimeFigureOut">
              <a:rPr lang="en-CA" smtClean="0"/>
              <a:t>2026-05-29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865B0-780A-DC43-B75D-CAF9557D5E0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925660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318688" y="191691"/>
            <a:ext cx="698644" cy="305121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2756" y="191691"/>
            <a:ext cx="2055431" cy="305121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074355-C6C9-314C-AC75-37C4D08C6C34}" type="datetimeFigureOut">
              <a:rPr lang="en-CA" smtClean="0"/>
              <a:t>2026-05-29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865B0-780A-DC43-B75D-CAF9557D5E0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321435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2756" y="191691"/>
            <a:ext cx="2794576" cy="6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2756" y="958453"/>
            <a:ext cx="2794576" cy="22844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22756" y="3337084"/>
            <a:ext cx="729020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2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074355-C6C9-314C-AC75-37C4D08C6C34}" type="datetimeFigureOut">
              <a:rPr lang="en-CA" smtClean="0"/>
              <a:t>2026-05-29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73279" y="3337084"/>
            <a:ext cx="1093530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2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288312" y="3337084"/>
            <a:ext cx="729020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2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B865B0-780A-DC43-B75D-CAF9557D5E0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102741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323972" rtl="0" eaLnBrk="1" latinLnBrk="0" hangingPunct="1">
        <a:lnSpc>
          <a:spcPct val="90000"/>
        </a:lnSpc>
        <a:spcBef>
          <a:spcPct val="0"/>
        </a:spcBef>
        <a:buNone/>
        <a:defRPr sz="155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80993" indent="-80993" algn="l" defTabSz="323972" rtl="0" eaLnBrk="1" latinLnBrk="0" hangingPunct="1">
        <a:lnSpc>
          <a:spcPct val="90000"/>
        </a:lnSpc>
        <a:spcBef>
          <a:spcPts val="354"/>
        </a:spcBef>
        <a:buFont typeface="Arial" panose="020B0604020202020204" pitchFamily="34" charset="0"/>
        <a:buChar char="•"/>
        <a:defRPr sz="992" kern="1200">
          <a:solidFill>
            <a:schemeClr val="tx1"/>
          </a:solidFill>
          <a:latin typeface="+mn-lt"/>
          <a:ea typeface="+mn-ea"/>
          <a:cs typeface="+mn-cs"/>
        </a:defRPr>
      </a:lvl1pPr>
      <a:lvl2pPr marL="242979" indent="-80993" algn="l" defTabSz="323972" rtl="0" eaLnBrk="1" latinLnBrk="0" hangingPunct="1">
        <a:lnSpc>
          <a:spcPct val="90000"/>
        </a:lnSpc>
        <a:spcBef>
          <a:spcPts val="177"/>
        </a:spcBef>
        <a:buFont typeface="Arial" panose="020B0604020202020204" pitchFamily="34" charset="0"/>
        <a:buChar char="•"/>
        <a:defRPr sz="850" kern="1200">
          <a:solidFill>
            <a:schemeClr val="tx1"/>
          </a:solidFill>
          <a:latin typeface="+mn-lt"/>
          <a:ea typeface="+mn-ea"/>
          <a:cs typeface="+mn-cs"/>
        </a:defRPr>
      </a:lvl2pPr>
      <a:lvl3pPr marL="404965" indent="-80993" algn="l" defTabSz="323972" rtl="0" eaLnBrk="1" latinLnBrk="0" hangingPunct="1">
        <a:lnSpc>
          <a:spcPct val="90000"/>
        </a:lnSpc>
        <a:spcBef>
          <a:spcPts val="17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3pPr>
      <a:lvl4pPr marL="566951" indent="-80993" algn="l" defTabSz="323972" rtl="0" eaLnBrk="1" latinLnBrk="0" hangingPunct="1">
        <a:lnSpc>
          <a:spcPct val="90000"/>
        </a:lnSpc>
        <a:spcBef>
          <a:spcPts val="177"/>
        </a:spcBef>
        <a:buFont typeface="Arial" panose="020B0604020202020204" pitchFamily="34" charset="0"/>
        <a:buChar char="•"/>
        <a:defRPr sz="638" kern="1200">
          <a:solidFill>
            <a:schemeClr val="tx1"/>
          </a:solidFill>
          <a:latin typeface="+mn-lt"/>
          <a:ea typeface="+mn-ea"/>
          <a:cs typeface="+mn-cs"/>
        </a:defRPr>
      </a:lvl4pPr>
      <a:lvl5pPr marL="728937" indent="-80993" algn="l" defTabSz="323972" rtl="0" eaLnBrk="1" latinLnBrk="0" hangingPunct="1">
        <a:lnSpc>
          <a:spcPct val="90000"/>
        </a:lnSpc>
        <a:spcBef>
          <a:spcPts val="177"/>
        </a:spcBef>
        <a:buFont typeface="Arial" panose="020B0604020202020204" pitchFamily="34" charset="0"/>
        <a:buChar char="•"/>
        <a:defRPr sz="638" kern="1200">
          <a:solidFill>
            <a:schemeClr val="tx1"/>
          </a:solidFill>
          <a:latin typeface="+mn-lt"/>
          <a:ea typeface="+mn-ea"/>
          <a:cs typeface="+mn-cs"/>
        </a:defRPr>
      </a:lvl5pPr>
      <a:lvl6pPr marL="890923" indent="-80993" algn="l" defTabSz="323972" rtl="0" eaLnBrk="1" latinLnBrk="0" hangingPunct="1">
        <a:lnSpc>
          <a:spcPct val="90000"/>
        </a:lnSpc>
        <a:spcBef>
          <a:spcPts val="177"/>
        </a:spcBef>
        <a:buFont typeface="Arial" panose="020B0604020202020204" pitchFamily="34" charset="0"/>
        <a:buChar char="•"/>
        <a:defRPr sz="638" kern="1200">
          <a:solidFill>
            <a:schemeClr val="tx1"/>
          </a:solidFill>
          <a:latin typeface="+mn-lt"/>
          <a:ea typeface="+mn-ea"/>
          <a:cs typeface="+mn-cs"/>
        </a:defRPr>
      </a:lvl6pPr>
      <a:lvl7pPr marL="1052909" indent="-80993" algn="l" defTabSz="323972" rtl="0" eaLnBrk="1" latinLnBrk="0" hangingPunct="1">
        <a:lnSpc>
          <a:spcPct val="90000"/>
        </a:lnSpc>
        <a:spcBef>
          <a:spcPts val="177"/>
        </a:spcBef>
        <a:buFont typeface="Arial" panose="020B0604020202020204" pitchFamily="34" charset="0"/>
        <a:buChar char="•"/>
        <a:defRPr sz="638" kern="1200">
          <a:solidFill>
            <a:schemeClr val="tx1"/>
          </a:solidFill>
          <a:latin typeface="+mn-lt"/>
          <a:ea typeface="+mn-ea"/>
          <a:cs typeface="+mn-cs"/>
        </a:defRPr>
      </a:lvl7pPr>
      <a:lvl8pPr marL="1214895" indent="-80993" algn="l" defTabSz="323972" rtl="0" eaLnBrk="1" latinLnBrk="0" hangingPunct="1">
        <a:lnSpc>
          <a:spcPct val="90000"/>
        </a:lnSpc>
        <a:spcBef>
          <a:spcPts val="177"/>
        </a:spcBef>
        <a:buFont typeface="Arial" panose="020B0604020202020204" pitchFamily="34" charset="0"/>
        <a:buChar char="•"/>
        <a:defRPr sz="638" kern="1200">
          <a:solidFill>
            <a:schemeClr val="tx1"/>
          </a:solidFill>
          <a:latin typeface="+mn-lt"/>
          <a:ea typeface="+mn-ea"/>
          <a:cs typeface="+mn-cs"/>
        </a:defRPr>
      </a:lvl8pPr>
      <a:lvl9pPr marL="1376881" indent="-80993" algn="l" defTabSz="323972" rtl="0" eaLnBrk="1" latinLnBrk="0" hangingPunct="1">
        <a:lnSpc>
          <a:spcPct val="90000"/>
        </a:lnSpc>
        <a:spcBef>
          <a:spcPts val="177"/>
        </a:spcBef>
        <a:buFont typeface="Arial" panose="020B0604020202020204" pitchFamily="34" charset="0"/>
        <a:buChar char="•"/>
        <a:defRPr sz="6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23972" rtl="0" eaLnBrk="1" latinLnBrk="0" hangingPunct="1">
        <a:defRPr sz="638" kern="1200">
          <a:solidFill>
            <a:schemeClr val="tx1"/>
          </a:solidFill>
          <a:latin typeface="+mn-lt"/>
          <a:ea typeface="+mn-ea"/>
          <a:cs typeface="+mn-cs"/>
        </a:defRPr>
      </a:lvl1pPr>
      <a:lvl2pPr marL="161986" algn="l" defTabSz="323972" rtl="0" eaLnBrk="1" latinLnBrk="0" hangingPunct="1">
        <a:defRPr sz="638" kern="1200">
          <a:solidFill>
            <a:schemeClr val="tx1"/>
          </a:solidFill>
          <a:latin typeface="+mn-lt"/>
          <a:ea typeface="+mn-ea"/>
          <a:cs typeface="+mn-cs"/>
        </a:defRPr>
      </a:lvl2pPr>
      <a:lvl3pPr marL="323972" algn="l" defTabSz="323972" rtl="0" eaLnBrk="1" latinLnBrk="0" hangingPunct="1">
        <a:defRPr sz="638" kern="1200">
          <a:solidFill>
            <a:schemeClr val="tx1"/>
          </a:solidFill>
          <a:latin typeface="+mn-lt"/>
          <a:ea typeface="+mn-ea"/>
          <a:cs typeface="+mn-cs"/>
        </a:defRPr>
      </a:lvl3pPr>
      <a:lvl4pPr marL="485958" algn="l" defTabSz="323972" rtl="0" eaLnBrk="1" latinLnBrk="0" hangingPunct="1">
        <a:defRPr sz="638" kern="1200">
          <a:solidFill>
            <a:schemeClr val="tx1"/>
          </a:solidFill>
          <a:latin typeface="+mn-lt"/>
          <a:ea typeface="+mn-ea"/>
          <a:cs typeface="+mn-cs"/>
        </a:defRPr>
      </a:lvl4pPr>
      <a:lvl5pPr marL="647944" algn="l" defTabSz="323972" rtl="0" eaLnBrk="1" latinLnBrk="0" hangingPunct="1">
        <a:defRPr sz="638" kern="1200">
          <a:solidFill>
            <a:schemeClr val="tx1"/>
          </a:solidFill>
          <a:latin typeface="+mn-lt"/>
          <a:ea typeface="+mn-ea"/>
          <a:cs typeface="+mn-cs"/>
        </a:defRPr>
      </a:lvl5pPr>
      <a:lvl6pPr marL="809930" algn="l" defTabSz="323972" rtl="0" eaLnBrk="1" latinLnBrk="0" hangingPunct="1">
        <a:defRPr sz="638" kern="1200">
          <a:solidFill>
            <a:schemeClr val="tx1"/>
          </a:solidFill>
          <a:latin typeface="+mn-lt"/>
          <a:ea typeface="+mn-ea"/>
          <a:cs typeface="+mn-cs"/>
        </a:defRPr>
      </a:lvl6pPr>
      <a:lvl7pPr marL="971916" algn="l" defTabSz="323972" rtl="0" eaLnBrk="1" latinLnBrk="0" hangingPunct="1">
        <a:defRPr sz="638" kern="1200">
          <a:solidFill>
            <a:schemeClr val="tx1"/>
          </a:solidFill>
          <a:latin typeface="+mn-lt"/>
          <a:ea typeface="+mn-ea"/>
          <a:cs typeface="+mn-cs"/>
        </a:defRPr>
      </a:lvl7pPr>
      <a:lvl8pPr marL="1133902" algn="l" defTabSz="323972" rtl="0" eaLnBrk="1" latinLnBrk="0" hangingPunct="1">
        <a:defRPr sz="638" kern="1200">
          <a:solidFill>
            <a:schemeClr val="tx1"/>
          </a:solidFill>
          <a:latin typeface="+mn-lt"/>
          <a:ea typeface="+mn-ea"/>
          <a:cs typeface="+mn-cs"/>
        </a:defRPr>
      </a:lvl8pPr>
      <a:lvl9pPr marL="1295888" algn="l" defTabSz="323972" rtl="0" eaLnBrk="1" latinLnBrk="0" hangingPunct="1">
        <a:defRPr sz="6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0D4B7254-396F-29CD-F996-4D7B4A6F0AE2}"/>
              </a:ext>
            </a:extLst>
          </p:cNvPr>
          <p:cNvGrpSpPr/>
          <p:nvPr/>
        </p:nvGrpSpPr>
        <p:grpSpPr>
          <a:xfrm>
            <a:off x="82820" y="104924"/>
            <a:ext cx="3454087" cy="3064205"/>
            <a:chOff x="82820" y="104924"/>
            <a:chExt cx="3454087" cy="3064205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57BBDF10-C2FB-D5F7-AD76-775964F0A75E}"/>
                </a:ext>
              </a:extLst>
            </p:cNvPr>
            <p:cNvGrpSpPr/>
            <p:nvPr/>
          </p:nvGrpSpPr>
          <p:grpSpPr>
            <a:xfrm>
              <a:off x="82820" y="104924"/>
              <a:ext cx="3454087" cy="3064205"/>
              <a:chOff x="82820" y="99173"/>
              <a:chExt cx="3454087" cy="3064205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DCF79076-1245-6147-C0C4-53029BF2E719}"/>
                  </a:ext>
                </a:extLst>
              </p:cNvPr>
              <p:cNvSpPr/>
              <p:nvPr/>
            </p:nvSpPr>
            <p:spPr>
              <a:xfrm>
                <a:off x="82820" y="99173"/>
                <a:ext cx="3396501" cy="306420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pic>
            <p:nvPicPr>
              <p:cNvPr id="7" name="Picture 6" descr="A graph of different colored and black bars&#10;&#10;Description automatically generated with medium confidence">
                <a:extLst>
                  <a:ext uri="{FF2B5EF4-FFF2-40B4-BE49-F238E27FC236}">
                    <a16:creationId xmlns:a16="http://schemas.microsoft.com/office/drawing/2014/main" id="{A993C800-698B-5F36-B09E-BE36FB5F4B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2556" b="5591"/>
              <a:stretch/>
            </p:blipFill>
            <p:spPr>
              <a:xfrm>
                <a:off x="82820" y="99173"/>
                <a:ext cx="3157268" cy="3064205"/>
              </a:xfrm>
              <a:prstGeom prst="rect">
                <a:avLst/>
              </a:prstGeom>
            </p:spPr>
          </p:pic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8A3C0CDA-857B-1C7D-30D6-2ADDA00FBF0F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2371611" y="437072"/>
                <a:ext cx="739650" cy="501983"/>
                <a:chOff x="3240088" y="255583"/>
                <a:chExt cx="1711594" cy="1161618"/>
              </a:xfrm>
            </p:grpSpPr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91B02BE-F5DF-5B97-DCF6-66B720E3C4D7}"/>
                    </a:ext>
                  </a:extLst>
                </p:cNvPr>
                <p:cNvSpPr/>
                <p:nvPr/>
              </p:nvSpPr>
              <p:spPr>
                <a:xfrm>
                  <a:off x="3240088" y="255583"/>
                  <a:ext cx="1711594" cy="1161618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grpSp>
              <p:nvGrpSpPr>
                <p:cNvPr id="9" name="Group 8">
                  <a:extLst>
                    <a:ext uri="{FF2B5EF4-FFF2-40B4-BE49-F238E27FC236}">
                      <a16:creationId xmlns:a16="http://schemas.microsoft.com/office/drawing/2014/main" id="{9FAC2967-BC6B-20FD-74FD-4D81DDC2C117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3260676" y="255583"/>
                  <a:ext cx="1691006" cy="1161618"/>
                  <a:chOff x="9482516" y="765949"/>
                  <a:chExt cx="1147704" cy="788402"/>
                </a:xfrm>
              </p:grpSpPr>
              <p:pic>
                <p:nvPicPr>
                  <p:cNvPr id="10" name="Picture 9" descr="A graph of different colored bars&#10;&#10;Description automatically generated">
                    <a:extLst>
                      <a:ext uri="{FF2B5EF4-FFF2-40B4-BE49-F238E27FC236}">
                        <a16:creationId xmlns:a16="http://schemas.microsoft.com/office/drawing/2014/main" id="{1B48769C-57FC-8D2D-908D-B2F669A7BDBB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/>
                  <a:srcRect l="13303" t="8758" r="76614" b="88440"/>
                  <a:stretch/>
                </p:blipFill>
                <p:spPr>
                  <a:xfrm>
                    <a:off x="9485166" y="765949"/>
                    <a:ext cx="933612" cy="192100"/>
                  </a:xfrm>
                  <a:prstGeom prst="rect">
                    <a:avLst/>
                  </a:prstGeom>
                </p:spPr>
              </p:pic>
              <p:pic>
                <p:nvPicPr>
                  <p:cNvPr id="11" name="Picture 10" descr="A graph of different colored bars&#10;&#10;Description automatically generated">
                    <a:extLst>
                      <a:ext uri="{FF2B5EF4-FFF2-40B4-BE49-F238E27FC236}">
                        <a16:creationId xmlns:a16="http://schemas.microsoft.com/office/drawing/2014/main" id="{22710543-E87F-7C86-EEB1-E10A6764365B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/>
                  <a:srcRect l="40980" t="9132" r="47263" b="88496"/>
                  <a:stretch/>
                </p:blipFill>
                <p:spPr>
                  <a:xfrm>
                    <a:off x="9506962" y="986221"/>
                    <a:ext cx="1088570" cy="162646"/>
                  </a:xfrm>
                  <a:prstGeom prst="rect">
                    <a:avLst/>
                  </a:prstGeom>
                </p:spPr>
              </p:pic>
              <p:pic>
                <p:nvPicPr>
                  <p:cNvPr id="12" name="Picture 11" descr="A graph of different colored bars&#10;&#10;Description automatically generated">
                    <a:extLst>
                      <a:ext uri="{FF2B5EF4-FFF2-40B4-BE49-F238E27FC236}">
                        <a16:creationId xmlns:a16="http://schemas.microsoft.com/office/drawing/2014/main" id="{C7E290C8-BF37-938F-7800-1BE466EC699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/>
                  <a:srcRect l="69279" t="9118" r="18549" b="88229"/>
                  <a:stretch/>
                </p:blipFill>
                <p:spPr>
                  <a:xfrm>
                    <a:off x="9503230" y="1177040"/>
                    <a:ext cx="1126990" cy="181889"/>
                  </a:xfrm>
                  <a:prstGeom prst="rect">
                    <a:avLst/>
                  </a:prstGeom>
                </p:spPr>
              </p:pic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A266BE03-F4E6-395F-9EBE-AD5000DD37D9}"/>
                      </a:ext>
                    </a:extLst>
                  </p:cNvPr>
                  <p:cNvSpPr/>
                  <p:nvPr/>
                </p:nvSpPr>
                <p:spPr>
                  <a:xfrm>
                    <a:off x="9482516" y="1336186"/>
                    <a:ext cx="202660" cy="104503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CA"/>
                  </a:p>
                </p:txBody>
              </p:sp>
              <p:pic>
                <p:nvPicPr>
                  <p:cNvPr id="14" name="Picture 13" descr="A graph of different colored bars&#10;&#10;Description automatically generated">
                    <a:extLst>
                      <a:ext uri="{FF2B5EF4-FFF2-40B4-BE49-F238E27FC236}">
                        <a16:creationId xmlns:a16="http://schemas.microsoft.com/office/drawing/2014/main" id="{5A64326F-D0E3-7F75-97B1-2C7FCAE6CA1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/>
                  <a:srcRect l="69279" t="11611" r="18549" b="85736"/>
                  <a:stretch/>
                </p:blipFill>
                <p:spPr>
                  <a:xfrm>
                    <a:off x="9503230" y="1372463"/>
                    <a:ext cx="1126990" cy="181888"/>
                  </a:xfrm>
                  <a:prstGeom prst="rect">
                    <a:avLst/>
                  </a:prstGeom>
                </p:spPr>
              </p:pic>
            </p:grpSp>
          </p:grp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5CE0926-D296-AD78-EF60-7803D78B1D42}"/>
                  </a:ext>
                </a:extLst>
              </p:cNvPr>
              <p:cNvSpPr txBox="1"/>
              <p:nvPr/>
            </p:nvSpPr>
            <p:spPr>
              <a:xfrm>
                <a:off x="3019322" y="2150854"/>
                <a:ext cx="517585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CA" sz="700" dirty="0">
                    <a:latin typeface="Roboto Condensed Light" pitchFamily="2" charset="0"/>
                    <a:ea typeface="Roboto Condensed Light" pitchFamily="2" charset="0"/>
                  </a:rPr>
                  <a:t>doubling</a:t>
                </a:r>
              </a:p>
            </p:txBody>
          </p: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49764AE-06B5-5B82-58B1-4E417C8CDFCE}"/>
                </a:ext>
              </a:extLst>
            </p:cNvPr>
            <p:cNvSpPr txBox="1"/>
            <p:nvPr/>
          </p:nvSpPr>
          <p:spPr>
            <a:xfrm>
              <a:off x="2546986" y="450118"/>
              <a:ext cx="693102" cy="10772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bIns="0" rtlCol="0">
              <a:spAutoFit/>
            </a:bodyPr>
            <a:lstStyle/>
            <a:p>
              <a:r>
                <a:rPr lang="en-CA" sz="700" dirty="0">
                  <a:latin typeface="Roboto Condensed" pitchFamily="2" charset="0"/>
                  <a:ea typeface="Roboto Condensed" pitchFamily="2" charset="0"/>
                </a:rPr>
                <a:t>BTG Effect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D6FCE85-8B3E-AA5E-16D5-8F1791D26FEA}"/>
                </a:ext>
              </a:extLst>
            </p:cNvPr>
            <p:cNvSpPr txBox="1"/>
            <p:nvPr/>
          </p:nvSpPr>
          <p:spPr>
            <a:xfrm>
              <a:off x="2550964" y="577794"/>
              <a:ext cx="693102" cy="10772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bIns="0" rtlCol="0">
              <a:spAutoFit/>
            </a:bodyPr>
            <a:lstStyle/>
            <a:p>
              <a:r>
                <a:rPr lang="en-CA" sz="700" dirty="0">
                  <a:latin typeface="Roboto Condensed" pitchFamily="2" charset="0"/>
                  <a:ea typeface="Roboto Condensed" pitchFamily="2" charset="0"/>
                </a:rPr>
                <a:t>Bioblitz Effect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D39B340-D881-D7D1-7FDB-D15069D4E1F9}"/>
                </a:ext>
              </a:extLst>
            </p:cNvPr>
            <p:cNvSpPr txBox="1"/>
            <p:nvPr/>
          </p:nvSpPr>
          <p:spPr>
            <a:xfrm>
              <a:off x="2546189" y="707322"/>
              <a:ext cx="693102" cy="10772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bIns="0" rtlCol="0">
              <a:spAutoFit/>
            </a:bodyPr>
            <a:lstStyle/>
            <a:p>
              <a:r>
                <a:rPr lang="en-CA" sz="700" dirty="0">
                  <a:latin typeface="Roboto Condensed" pitchFamily="2" charset="0"/>
                  <a:ea typeface="Roboto Condensed" pitchFamily="2" charset="0"/>
                </a:rPr>
                <a:t>Funding Effect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4AAD9EC-2009-535C-0834-489D500A09FB}"/>
                </a:ext>
              </a:extLst>
            </p:cNvPr>
            <p:cNvSpPr txBox="1"/>
            <p:nvPr/>
          </p:nvSpPr>
          <p:spPr>
            <a:xfrm>
              <a:off x="2546189" y="826064"/>
              <a:ext cx="693102" cy="10772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bIns="0" rtlCol="0">
              <a:spAutoFit/>
            </a:bodyPr>
            <a:lstStyle/>
            <a:p>
              <a:r>
                <a:rPr lang="en-CA" sz="700" dirty="0">
                  <a:latin typeface="Roboto Condensed" pitchFamily="2" charset="0"/>
                  <a:ea typeface="Roboto Condensed" pitchFamily="2" charset="0"/>
                </a:rPr>
                <a:t>Expectation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884711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407</TotalTime>
  <Words>8</Words>
  <Application>Microsoft Macintosh PowerPoint</Application>
  <PresentationFormat>Custom</PresentationFormat>
  <Paragraphs>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Roboto Condensed</vt:lpstr>
      <vt:lpstr>Roboto Condensed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Katherine Hébert</dc:creator>
  <cp:lastModifiedBy>Katherine Hébert</cp:lastModifiedBy>
  <cp:revision>1</cp:revision>
  <dcterms:created xsi:type="dcterms:W3CDTF">2026-05-29T13:49:59Z</dcterms:created>
  <dcterms:modified xsi:type="dcterms:W3CDTF">2026-05-29T20:37:50Z</dcterms:modified>
</cp:coreProperties>
</file>