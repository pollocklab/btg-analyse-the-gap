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7" d="100"/>
          <a:sy n="87" d="100"/>
        </p:scale>
        <p:origin x="34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72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76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087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314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81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902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58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337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55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075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463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F8F91-EE85-BD43-9E1D-25AB87C02838}" type="datetimeFigureOut">
              <a:rPr lang="en-CA" smtClean="0"/>
              <a:t>2026-04-30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EDB94-7D10-3D4D-8C62-78CFFEFB31B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83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AC7C67C-241B-F80D-5303-5FCE1E5F93F3}"/>
              </a:ext>
            </a:extLst>
          </p:cNvPr>
          <p:cNvGrpSpPr/>
          <p:nvPr/>
        </p:nvGrpSpPr>
        <p:grpSpPr>
          <a:xfrm>
            <a:off x="0" y="604684"/>
            <a:ext cx="6858000" cy="8539316"/>
            <a:chOff x="0" y="604684"/>
            <a:chExt cx="6858000" cy="85393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8D2C0A-9CBC-FA2C-F570-76343E256B72}"/>
                </a:ext>
              </a:extLst>
            </p:cNvPr>
            <p:cNvSpPr/>
            <p:nvPr/>
          </p:nvSpPr>
          <p:spPr>
            <a:xfrm>
              <a:off x="0" y="604684"/>
              <a:ext cx="6858000" cy="8539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4" name="Picture 3" descr="A map of canada with different colored dots&#10;&#10;Description automatically generated">
              <a:extLst>
                <a:ext uri="{FF2B5EF4-FFF2-40B4-BE49-F238E27FC236}">
                  <a16:creationId xmlns:a16="http://schemas.microsoft.com/office/drawing/2014/main" id="{4D3509D7-9290-A44A-6CF5-248DB5D97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2390" t="32981" r="2753" b="29718"/>
            <a:stretch/>
          </p:blipFill>
          <p:spPr>
            <a:xfrm>
              <a:off x="374336" y="5174796"/>
              <a:ext cx="1755487" cy="3526062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30E172B-EF72-A05D-EA1B-7859D8E78EC8}"/>
                </a:ext>
              </a:extLst>
            </p:cNvPr>
            <p:cNvGrpSpPr/>
            <p:nvPr/>
          </p:nvGrpSpPr>
          <p:grpSpPr>
            <a:xfrm>
              <a:off x="0" y="774916"/>
              <a:ext cx="6858000" cy="4630713"/>
              <a:chOff x="0" y="774916"/>
              <a:chExt cx="6858000" cy="463071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644A89B-5551-DE8B-F4ED-CEA0E7625D94}"/>
                  </a:ext>
                </a:extLst>
              </p:cNvPr>
              <p:cNvGrpSpPr/>
              <p:nvPr/>
            </p:nvGrpSpPr>
            <p:grpSpPr>
              <a:xfrm>
                <a:off x="0" y="774916"/>
                <a:ext cx="6858000" cy="3661269"/>
                <a:chOff x="0" y="774916"/>
                <a:chExt cx="6858000" cy="3661269"/>
              </a:xfrm>
            </p:grpSpPr>
            <p:pic>
              <p:nvPicPr>
                <p:cNvPr id="5" name="Picture 4" descr="A graph with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8F0A833E-B391-6217-3E71-8CC97ED879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13857"/>
                <a:stretch/>
              </p:blipFill>
              <p:spPr>
                <a:xfrm>
                  <a:off x="0" y="774916"/>
                  <a:ext cx="6858000" cy="3661269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A60379B-BEC0-B422-3EDA-5F5194580F8B}"/>
                    </a:ext>
                  </a:extLst>
                </p:cNvPr>
                <p:cNvSpPr txBox="1"/>
                <p:nvPr/>
              </p:nvSpPr>
              <p:spPr>
                <a:xfrm>
                  <a:off x="3760339" y="3869414"/>
                  <a:ext cx="279916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1600" b="1" dirty="0">
                      <a:latin typeface="Roboto Condensed" pitchFamily="2" charset="0"/>
                      <a:ea typeface="Roboto Condensed" pitchFamily="2" charset="0"/>
                    </a:rPr>
                    <a:t>Newly recorded species in 2025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747F8C-EF6E-39AC-1A01-4DC4A54E0552}"/>
                  </a:ext>
                </a:extLst>
              </p:cNvPr>
              <p:cNvSpPr txBox="1"/>
              <p:nvPr/>
            </p:nvSpPr>
            <p:spPr>
              <a:xfrm>
                <a:off x="154983" y="774916"/>
                <a:ext cx="3481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/>
                  <a:t>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B09D44-C400-ACED-2D14-BF8E0978FF61}"/>
                  </a:ext>
                </a:extLst>
              </p:cNvPr>
              <p:cNvSpPr txBox="1"/>
              <p:nvPr/>
            </p:nvSpPr>
            <p:spPr>
              <a:xfrm>
                <a:off x="154983" y="4943964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/>
                  <a:t>b</a:t>
                </a:r>
              </a:p>
            </p:txBody>
          </p:sp>
        </p:grpSp>
        <p:pic>
          <p:nvPicPr>
            <p:cNvPr id="3" name="Picture 2" descr="A map of canada with different colored dots&#10;&#10;Description automatically generated">
              <a:extLst>
                <a:ext uri="{FF2B5EF4-FFF2-40B4-BE49-F238E27FC236}">
                  <a16:creationId xmlns:a16="http://schemas.microsoft.com/office/drawing/2014/main" id="{6B806FE4-76CC-E4AB-BE5B-52B01DDC7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477" t="12097" r="22580" b="12097"/>
            <a:stretch/>
          </p:blipFill>
          <p:spPr>
            <a:xfrm>
              <a:off x="1885812" y="4707816"/>
              <a:ext cx="4817205" cy="41768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562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E87D-88D0-2933-6F77-DF4274862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3CE414D-F112-FD03-FBDD-8188E8ECD75C}"/>
              </a:ext>
            </a:extLst>
          </p:cNvPr>
          <p:cNvGrpSpPr/>
          <p:nvPr/>
        </p:nvGrpSpPr>
        <p:grpSpPr>
          <a:xfrm>
            <a:off x="0" y="0"/>
            <a:ext cx="7156498" cy="9144000"/>
            <a:chOff x="0" y="0"/>
            <a:chExt cx="7156498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CD1728-45BB-F6CA-49F4-BB2DD8C937C8}"/>
                </a:ext>
              </a:extLst>
            </p:cNvPr>
            <p:cNvSpPr/>
            <p:nvPr/>
          </p:nvSpPr>
          <p:spPr>
            <a:xfrm>
              <a:off x="0" y="0"/>
              <a:ext cx="7156498" cy="91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B30861-3910-678F-2E66-904DB96AFAB8}"/>
                </a:ext>
              </a:extLst>
            </p:cNvPr>
            <p:cNvGrpSpPr/>
            <p:nvPr/>
          </p:nvGrpSpPr>
          <p:grpSpPr>
            <a:xfrm>
              <a:off x="0" y="774916"/>
              <a:ext cx="6858000" cy="8315039"/>
              <a:chOff x="0" y="774916"/>
              <a:chExt cx="6858000" cy="831503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0EB719E-75F2-5B0A-6355-16644AC4B924}"/>
                  </a:ext>
                </a:extLst>
              </p:cNvPr>
              <p:cNvGrpSpPr/>
              <p:nvPr/>
            </p:nvGrpSpPr>
            <p:grpSpPr>
              <a:xfrm>
                <a:off x="0" y="5428686"/>
                <a:ext cx="6858000" cy="3661269"/>
                <a:chOff x="0" y="5428686"/>
                <a:chExt cx="6858000" cy="3661269"/>
              </a:xfrm>
            </p:grpSpPr>
            <p:pic>
              <p:nvPicPr>
                <p:cNvPr id="5" name="Picture 4" descr="A graph with different colored bars&#10;&#10;Description automatically generated">
                  <a:extLst>
                    <a:ext uri="{FF2B5EF4-FFF2-40B4-BE49-F238E27FC236}">
                      <a16:creationId xmlns:a16="http://schemas.microsoft.com/office/drawing/2014/main" id="{71A638E0-AF22-3504-AF02-84A54AB5B9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13857"/>
                <a:stretch/>
              </p:blipFill>
              <p:spPr>
                <a:xfrm>
                  <a:off x="0" y="5428686"/>
                  <a:ext cx="6858000" cy="3661269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6F25BA0-2388-43C7-94BE-D4DB50D81229}"/>
                    </a:ext>
                  </a:extLst>
                </p:cNvPr>
                <p:cNvSpPr txBox="1"/>
                <p:nvPr/>
              </p:nvSpPr>
              <p:spPr>
                <a:xfrm>
                  <a:off x="3781345" y="8507197"/>
                  <a:ext cx="2799164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1600" b="1" dirty="0">
                      <a:latin typeface="Roboto Condensed" pitchFamily="2" charset="0"/>
                      <a:ea typeface="Roboto Condensed" pitchFamily="2" charset="0"/>
                    </a:rPr>
                    <a:t>Newly recorded species in 2025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AB614-A62A-040C-781B-043EF8D570C6}"/>
                  </a:ext>
                </a:extLst>
              </p:cNvPr>
              <p:cNvSpPr txBox="1"/>
              <p:nvPr/>
            </p:nvSpPr>
            <p:spPr>
              <a:xfrm>
                <a:off x="154983" y="774916"/>
                <a:ext cx="3481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/>
                  <a:t>a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65BB86-8733-396A-8635-73399EBF2CAC}"/>
                  </a:ext>
                </a:extLst>
              </p:cNvPr>
              <p:cNvSpPr txBox="1"/>
              <p:nvPr/>
            </p:nvSpPr>
            <p:spPr>
              <a:xfrm>
                <a:off x="154983" y="4943964"/>
                <a:ext cx="357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dirty="0"/>
                  <a:t>b</a:t>
                </a:r>
              </a:p>
            </p:txBody>
          </p:sp>
        </p:grpSp>
        <p:pic>
          <p:nvPicPr>
            <p:cNvPr id="3" name="Picture 2" descr="A map of canada with different colored dots&#10;&#10;Description automatically generated">
              <a:extLst>
                <a:ext uri="{FF2B5EF4-FFF2-40B4-BE49-F238E27FC236}">
                  <a16:creationId xmlns:a16="http://schemas.microsoft.com/office/drawing/2014/main" id="{E46CBEAB-EF3F-572B-5543-9B4EE20D0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77" t="12097" r="22580" b="12097"/>
            <a:stretch/>
          </p:blipFill>
          <p:spPr>
            <a:xfrm>
              <a:off x="423597" y="195010"/>
              <a:ext cx="6009428" cy="5210619"/>
            </a:xfrm>
            <a:prstGeom prst="rect">
              <a:avLst/>
            </a:prstGeom>
          </p:spPr>
        </p:pic>
        <p:pic>
          <p:nvPicPr>
            <p:cNvPr id="4" name="Picture 3" descr="A map of canada with different colored dots&#10;&#10;Description automatically generated">
              <a:extLst>
                <a:ext uri="{FF2B5EF4-FFF2-40B4-BE49-F238E27FC236}">
                  <a16:creationId xmlns:a16="http://schemas.microsoft.com/office/drawing/2014/main" id="{B191DDEC-C379-A696-6BEC-1F27EB099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327" t="34490" r="2753" b="32364"/>
            <a:stretch/>
          </p:blipFill>
          <p:spPr>
            <a:xfrm>
              <a:off x="5709552" y="298249"/>
              <a:ext cx="1446946" cy="2756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336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14</Words>
  <Application>Microsoft Macintosh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Roboto Condensed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3</cp:revision>
  <dcterms:created xsi:type="dcterms:W3CDTF">2026-03-20T19:03:59Z</dcterms:created>
  <dcterms:modified xsi:type="dcterms:W3CDTF">2026-04-30T14:59:27Z</dcterms:modified>
</cp:coreProperties>
</file>