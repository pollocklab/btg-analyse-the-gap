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B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830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7A1B2-D194-5FBB-53C9-76C259900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B6C2B-3BF1-C786-5518-614E13891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1FF0D-F61F-4794-269D-CD4E948C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0C6B8-D10D-6849-9EF7-A4F299C5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1CAC6-6A7A-E6AA-A584-1807C5F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3619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5A7E-B009-406F-4365-49A26408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2D756-E931-5C6A-B107-58F76001D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221DC-1B0D-D5FD-97EA-AB2FA273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DA4EE-0209-5769-B6DE-36306E55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A166-BFE2-67E1-C237-C664F9D55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8363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6D599-20DB-CEF2-7A89-BEA2332A2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F0DF3-F1E9-A5B1-C565-2FC1B515A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B323A-6208-9B99-E724-7A3573B28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74086-F14D-AEDA-007F-82C64D90F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979D6-E4B2-2173-A994-143733FDF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8338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79DCB-C553-1A87-559C-FF266E83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68630-1C9D-4420-DED0-7A5FBE63C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DEF50-F2DD-CCA4-CA58-12530B666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F7BD5-0842-2093-8CFE-5500E2664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14BB3-4DF8-6F51-43B7-BE8BF040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41361-7452-894E-9AC7-D4A4ABBD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17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A3665-AFF6-B502-3E6C-12695D70D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6FA43-C2E8-134A-EEAC-0ED4DC914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6250E-B726-1A2F-525E-33E9130E5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AA7B9-A7C7-1EA9-72A0-8F9731A82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A5D7CB-1CA0-12A0-6387-D55F357CD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3A625-AB18-1A1B-9FAF-21A12F4B1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1F8E0-D291-F80B-398E-CC9A7581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141D6-AF08-FFC2-F333-D649BA688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4976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91F16-AE96-E38C-B8E6-F0EDEDE9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F7D8E5-52EA-349B-077D-EACE83034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DEE25-7A6B-F736-E17E-18F844A17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26216-BAE4-6543-AC69-D8CE2D71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4253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643827-6E64-9C11-A9C3-9FD1EBB88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3817D-EF6E-3C58-434E-C21A5C6BF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59C6C-E17B-1850-80F8-E2078DBF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8363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734E4-E0A9-F426-A832-586E2931B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EC0ED-F198-8E94-7A12-3EE703725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E2AD1-D7E3-0DF0-F8C2-1E5A31298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ABC18-3F16-21A9-F961-D4137086D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92561-FEF3-1847-FD46-E0949A26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741BE-59AA-F580-C65A-83FCD7E5D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2972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53DC-4853-62A0-4604-CD108D778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557FF-E127-0E05-DF25-0E472D012A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B4D0A-374A-654F-A661-FA0452534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255A0-6C3F-E5FB-A3CD-DCCAB3C21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0F521-CAA3-4AF0-4AA7-74CD1D93E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BB365-813E-1DA2-D838-65C4EAE1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8774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67C6C-1AE3-8F43-8BBD-A6E5E4E40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F7D1F-2DD6-E56D-82F8-79739A1F7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3C726-BC6E-302F-03D1-47AF7193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F0BC8-F0D4-CD01-47F1-1FD1049FB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AE12-BC71-5529-E3BF-2A798440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3944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8F390-AA8D-8209-0BAB-AB1A2E80A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E29D4-C789-D7DB-7931-E47C6DE6C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EEB65-FDB5-54E0-CAC6-C0814066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F19D-6681-6141-A356-A6917F007572}" type="datetimeFigureOut">
              <a:rPr lang="en-CA" smtClean="0"/>
              <a:t>2026-05-18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554C4-728F-E6CC-E1D1-A17488A18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02729-EE0B-1527-BBFB-8526BC58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107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10516-F105-002C-6B21-A0BF5AA5E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389C9-8CB0-471A-6494-AB71FA643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FE2EA-8CB2-64EA-B31E-B7B4C9496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16F19D-6681-6141-A356-A6917F007572}" type="datetimeFigureOut">
              <a:rPr lang="en-CA" smtClean="0"/>
              <a:t>2026-05-18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4848-131E-76E0-7D6E-82662F242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FD990-E7E7-237F-EEB5-8908806E5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3092D-6655-C146-B6D6-2A9D1F89C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079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2D4A4-F694-F25F-7BD3-6EAC8B8A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25A3E8B-EB79-D464-4EC0-7B37A390F3EC}"/>
              </a:ext>
            </a:extLst>
          </p:cNvPr>
          <p:cNvGrpSpPr/>
          <p:nvPr/>
        </p:nvGrpSpPr>
        <p:grpSpPr>
          <a:xfrm>
            <a:off x="2699658" y="478971"/>
            <a:ext cx="6542314" cy="5526815"/>
            <a:chOff x="2699658" y="478971"/>
            <a:chExt cx="6542314" cy="552681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6B33E16-7780-0E9E-C53F-3EE67B356ACE}"/>
                </a:ext>
              </a:extLst>
            </p:cNvPr>
            <p:cNvSpPr/>
            <p:nvPr/>
          </p:nvSpPr>
          <p:spPr>
            <a:xfrm>
              <a:off x="2699658" y="478971"/>
              <a:ext cx="6542314" cy="5526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BB20CFB-6DA1-F553-03A7-328471FFB84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01785" y="642534"/>
              <a:ext cx="5388430" cy="5363252"/>
              <a:chOff x="3793669" y="22049"/>
              <a:chExt cx="5388430" cy="536325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3E905E-D432-47E8-341C-073FC5CBAF02}"/>
                  </a:ext>
                </a:extLst>
              </p:cNvPr>
              <p:cNvSpPr txBox="1"/>
              <p:nvPr/>
            </p:nvSpPr>
            <p:spPr>
              <a:xfrm>
                <a:off x="3891641" y="22049"/>
                <a:ext cx="5290458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600" b="1" dirty="0">
                    <a:latin typeface="Roboto Condensed" pitchFamily="2" charset="0"/>
                    <a:ea typeface="Roboto Condensed" pitchFamily="2" charset="0"/>
                  </a:rPr>
                  <a:t>Observations in newly sampled cells </a:t>
                </a:r>
              </a:p>
            </p:txBody>
          </p:sp>
          <p:pic>
            <p:nvPicPr>
              <p:cNvPr id="61" name="Picture 60" descr="A map of canada with different colored circles&#10;&#10;Description automatically generated">
                <a:extLst>
                  <a:ext uri="{FF2B5EF4-FFF2-40B4-BE49-F238E27FC236}">
                    <a16:creationId xmlns:a16="http://schemas.microsoft.com/office/drawing/2014/main" id="{E92CC1CA-AD09-CB17-205C-D74A66A66C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4019" t="18878" r="6824" b="9838"/>
              <a:stretch/>
            </p:blipFill>
            <p:spPr>
              <a:xfrm>
                <a:off x="3793669" y="922158"/>
                <a:ext cx="5388430" cy="4463143"/>
              </a:xfrm>
              <a:prstGeom prst="rect">
                <a:avLst/>
              </a:prstGeom>
            </p:spPr>
          </p:pic>
          <p:pic>
            <p:nvPicPr>
              <p:cNvPr id="62" name="Picture 61" descr="A map of canada with different colored circles&#10;&#10;Description automatically generated">
                <a:extLst>
                  <a:ext uri="{FF2B5EF4-FFF2-40B4-BE49-F238E27FC236}">
                    <a16:creationId xmlns:a16="http://schemas.microsoft.com/office/drawing/2014/main" id="{405CF102-94FF-CD61-2980-1F4BD9E2D1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0256" t="-1476" r="5703" b="92944"/>
              <a:stretch/>
            </p:blipFill>
            <p:spPr>
              <a:xfrm>
                <a:off x="3967841" y="378654"/>
                <a:ext cx="5040087" cy="53418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7246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2727</TotalTime>
  <Words>5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Hébert</dc:creator>
  <cp:lastModifiedBy>Katherine Hébert</cp:lastModifiedBy>
  <cp:revision>6</cp:revision>
  <dcterms:created xsi:type="dcterms:W3CDTF">2026-04-29T20:28:15Z</dcterms:created>
  <dcterms:modified xsi:type="dcterms:W3CDTF">2026-05-18T20:33:43Z</dcterms:modified>
</cp:coreProperties>
</file>