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906F"/>
    <a:srgbClr val="E683C2"/>
    <a:srgbClr val="2EA4D2"/>
    <a:srgbClr val="74A713"/>
    <a:srgbClr val="E3758F"/>
    <a:srgbClr val="7FB3EB"/>
    <a:srgbClr val="D076D7"/>
    <a:srgbClr val="2CAB50"/>
    <a:srgbClr val="ABA72B"/>
    <a:srgbClr val="C18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>
        <p:scale>
          <a:sx n="111" d="100"/>
          <a:sy n="111" d="100"/>
        </p:scale>
        <p:origin x="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40A6-E548-EA6E-8B59-610CC3049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00E7E-ED65-ADAD-E603-374D5D244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AC9DB-133F-0B87-C39A-F02C83E0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E3BB6-4CDE-C622-E5F9-57F9A80EE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02365-229B-8EF0-C325-0884AA42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18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BC84-6689-E31C-18D1-BEB72929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DEBC-1E2B-735C-D4DC-839BFFFA5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B38A8-DF29-CB4A-30EC-606BEEC0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897D7-720D-7092-3C78-BD616405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2AF1E-7287-6305-AF97-461F2C94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18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186D-9E44-97DC-3CD3-8F581AEF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5294A-D9ED-5F72-4459-E80F59DAD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88B4E-0F91-6D77-BD4D-5413504E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A24F2-E43D-CD0F-1109-03C04B76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3DBE2-1BE1-0242-A46A-F7C9F1A6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33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7BD6-DD47-3042-932A-EA0FBAE4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557E-C6E0-6CC3-3887-803239B57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239CB-4BFD-BE34-9B08-F15E2FD31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F76A1-1218-77CB-DE88-AAD2A73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14275-A10E-472D-4079-58E23E46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7EAF4-6B47-317E-BC47-B75FC499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846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8D89-6D7F-62D3-E467-994A1519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0074F-4909-30C0-D913-6040C7E8B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26C9C-88B2-D5C0-A5D6-F828186E4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A90D5-5917-03E3-F06D-A047E7AE3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377B2-1600-F514-614C-3F986FCA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5694E-81B2-ACB2-9763-E295F850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E1325-8A5D-B01A-82CE-64A36D23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898D7-86AB-3105-F16D-D0DBE72B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556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AABE-4896-1368-FB6B-4902483A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5699A-A79A-75A4-AA79-EB60B601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FDC36-24E8-0AE6-6D23-FE5D892C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AF9FF-1546-17B7-4E4F-A75E1108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523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2898A-5355-49B6-A8F1-5E673D68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6FD2C-4165-FA9D-618C-D6A0FA99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CC51B-0DA0-9EBD-CB66-7989B1DE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737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5853-94B6-D5F3-4FA6-B4D52C88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390E-652D-EC7D-DA87-61F07E9D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8D11D-27AE-35F6-A685-5C251882C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4515E-6FC2-B9AF-6314-E896C844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A20D7-5290-6A43-EF6E-38886156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15995-6D6D-8D15-2C55-451689A2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4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55D-8549-109F-84FA-B102B51C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0B2DBA-76F4-18CA-ECC6-C76606779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D2257-3F1C-A390-6C65-BEA4F21F0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61EE-63D8-B5F6-8FC1-A22D8490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727D-A369-4A2D-1F5C-7F55FA6D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54F46-A779-456C-1C65-691BA8FA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02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DDF1-195D-275F-C90E-6131628A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2F349-BD71-56E7-D18A-D45C6E5B1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94B22-89FE-0AE8-7E68-08DF6F6F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7EB32-40BE-B3F0-75F0-CDC99AC2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519D3-9EE7-51BF-E5E1-B60999B6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59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73CF7-3B42-FDC0-EFAD-1E99B305E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2C35B-AF85-0F17-4282-71A290F77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D2836-BF03-22AD-A9D4-FE17EA8B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6F16C-CA39-5815-EAA3-8458D632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55035-B746-F7D7-2F68-C575C0D3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49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56FD-0646-8D12-B573-07AB44A2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327AC-AA3A-CD7D-6D20-41BB8004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56443-04FD-970F-BFC0-B5F8A7637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171A9-8470-A148-818A-87D0ECE8C961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42907-7393-6CB3-B073-E32EBBC54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00D7-2695-E2E7-010A-6799FB875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60CB2-2A3C-AC41-A614-AFAB505439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24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F0CCA21-DB88-B1E7-461D-3FA58D6E3132}"/>
              </a:ext>
            </a:extLst>
          </p:cNvPr>
          <p:cNvGrpSpPr/>
          <p:nvPr/>
        </p:nvGrpSpPr>
        <p:grpSpPr>
          <a:xfrm>
            <a:off x="497914" y="439838"/>
            <a:ext cx="6690696" cy="5764192"/>
            <a:chOff x="497914" y="439838"/>
            <a:chExt cx="6690696" cy="576419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A51B66A-FE51-B715-8A80-167CB99CD8AE}"/>
                </a:ext>
              </a:extLst>
            </p:cNvPr>
            <p:cNvSpPr/>
            <p:nvPr/>
          </p:nvSpPr>
          <p:spPr>
            <a:xfrm>
              <a:off x="625033" y="439838"/>
              <a:ext cx="6563577" cy="5764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 descr="A graph of different colored lines&#10;&#10;Description automatically generated">
              <a:extLst>
                <a:ext uri="{FF2B5EF4-FFF2-40B4-BE49-F238E27FC236}">
                  <a16:creationId xmlns:a16="http://schemas.microsoft.com/office/drawing/2014/main" id="{A31ED70F-5FB2-63A0-E206-F80D67E9F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5481" b="8092"/>
            <a:stretch/>
          </p:blipFill>
          <p:spPr>
            <a:xfrm>
              <a:off x="497914" y="533773"/>
              <a:ext cx="5176744" cy="55442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AFF78C-1E70-C7C3-EA1A-421E537825D7}"/>
                </a:ext>
              </a:extLst>
            </p:cNvPr>
            <p:cNvSpPr txBox="1"/>
            <p:nvPr/>
          </p:nvSpPr>
          <p:spPr>
            <a:xfrm>
              <a:off x="5640046" y="1605170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30AEB1"/>
                  </a:solidFill>
                  <a:latin typeface="Roboto Condensed" pitchFamily="2" charset="0"/>
                  <a:ea typeface="Roboto Condensed" pitchFamily="2" charset="0"/>
                </a:rPr>
                <a:t>Insecta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7EA1F8-42B3-D004-A697-57E90DDE29C5}"/>
                </a:ext>
              </a:extLst>
            </p:cNvPr>
            <p:cNvSpPr txBox="1"/>
            <p:nvPr/>
          </p:nvSpPr>
          <p:spPr>
            <a:xfrm>
              <a:off x="5671599" y="2712156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31B68F"/>
                  </a:solidFill>
                  <a:latin typeface="Roboto Condensed" pitchFamily="2" charset="0"/>
                  <a:ea typeface="Roboto Condensed" pitchFamily="2" charset="0"/>
                </a:rPr>
                <a:t>Fungi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4CCAB-BA2D-893E-8D62-6FFFE0BEDDA7}"/>
                </a:ext>
              </a:extLst>
            </p:cNvPr>
            <p:cNvSpPr txBox="1"/>
            <p:nvPr/>
          </p:nvSpPr>
          <p:spPr>
            <a:xfrm>
              <a:off x="5674658" y="326310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9D78E5"/>
                  </a:solidFill>
                  <a:latin typeface="Roboto Condensed" pitchFamily="2" charset="0"/>
                  <a:ea typeface="Roboto Condensed" pitchFamily="2" charset="0"/>
                </a:rPr>
                <a:t>Plantae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84E013-0003-E8E0-96C6-93C84682C0EF}"/>
                </a:ext>
              </a:extLst>
            </p:cNvPr>
            <p:cNvSpPr txBox="1"/>
            <p:nvPr/>
          </p:nvSpPr>
          <p:spPr>
            <a:xfrm>
              <a:off x="5828866" y="3781521"/>
              <a:ext cx="12346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C18F12"/>
                  </a:solidFill>
                  <a:latin typeface="Roboto Condensed" pitchFamily="2" charset="0"/>
                  <a:ea typeface="Roboto Condensed" pitchFamily="2" charset="0"/>
                </a:rPr>
                <a:t>Other Animalia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3840E3-B3CA-A0B3-B4FF-CB067AFC9B83}"/>
                </a:ext>
              </a:extLst>
            </p:cNvPr>
            <p:cNvSpPr txBox="1"/>
            <p:nvPr/>
          </p:nvSpPr>
          <p:spPr>
            <a:xfrm>
              <a:off x="5880305" y="4005018"/>
              <a:ext cx="904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solidFill>
                    <a:srgbClr val="ABA72B"/>
                  </a:solidFill>
                  <a:latin typeface="Roboto Condensed" pitchFamily="2" charset="0"/>
                  <a:ea typeface="Roboto Condensed" pitchFamily="2" charset="0"/>
                </a:rPr>
                <a:t>Arachnida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8E0EAD-1020-F73A-BDCD-5B6AD76E4830}"/>
                </a:ext>
              </a:extLst>
            </p:cNvPr>
            <p:cNvSpPr txBox="1"/>
            <p:nvPr/>
          </p:nvSpPr>
          <p:spPr>
            <a:xfrm>
              <a:off x="5755194" y="4468203"/>
              <a:ext cx="8258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D076D7"/>
                  </a:solidFill>
                  <a:latin typeface="Roboto Condensed" pitchFamily="2" charset="0"/>
                  <a:ea typeface="Roboto Condensed" pitchFamily="2" charset="0"/>
                </a:rPr>
                <a:t>Protozoa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64E796-B53A-7B55-0E63-73C3055F0A78}"/>
                </a:ext>
              </a:extLst>
            </p:cNvPr>
            <p:cNvSpPr txBox="1"/>
            <p:nvPr/>
          </p:nvSpPr>
          <p:spPr>
            <a:xfrm>
              <a:off x="5755194" y="4292129"/>
              <a:ext cx="9140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2CAB50"/>
                  </a:solidFill>
                  <a:latin typeface="Roboto Condensed" pitchFamily="2" charset="0"/>
                  <a:ea typeface="Roboto Condensed" pitchFamily="2" charset="0"/>
                </a:rPr>
                <a:t>Chromista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A0E0F9-0BFB-C484-57FB-56C6DBA05F9D}"/>
                </a:ext>
              </a:extLst>
            </p:cNvPr>
            <p:cNvSpPr txBox="1"/>
            <p:nvPr/>
          </p:nvSpPr>
          <p:spPr>
            <a:xfrm>
              <a:off x="5755194" y="4671171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7FB3EB"/>
                  </a:solidFill>
                  <a:latin typeface="Roboto Condensed" pitchFamily="2" charset="0"/>
                  <a:ea typeface="Roboto Condensed" pitchFamily="2" charset="0"/>
                </a:rPr>
                <a:t>Mollusca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C5B2C9-C215-5D93-733C-47194A6609F8}"/>
                </a:ext>
              </a:extLst>
            </p:cNvPr>
            <p:cNvSpPr txBox="1"/>
            <p:nvPr/>
          </p:nvSpPr>
          <p:spPr>
            <a:xfrm>
              <a:off x="5755194" y="4844725"/>
              <a:ext cx="1168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E3758F"/>
                  </a:solidFill>
                  <a:latin typeface="Roboto Condensed" pitchFamily="2" charset="0"/>
                  <a:ea typeface="Roboto Condensed" pitchFamily="2" charset="0"/>
                </a:rPr>
                <a:t>Actinopterygii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720041-3E0C-DF22-9744-AABB8D2DF633}"/>
                </a:ext>
              </a:extLst>
            </p:cNvPr>
            <p:cNvSpPr txBox="1"/>
            <p:nvPr/>
          </p:nvSpPr>
          <p:spPr>
            <a:xfrm>
              <a:off x="5351004" y="5685296"/>
              <a:ext cx="53091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latin typeface="Roboto Condensed Light" pitchFamily="2" charset="0"/>
                  <a:ea typeface="Roboto Condensed Light" pitchFamily="2" charset="0"/>
                </a:rPr>
                <a:t>2025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8753AA-AB9B-FFC9-D943-21EDBFA983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4441" y="4003931"/>
              <a:ext cx="197478" cy="247093"/>
            </a:xfrm>
            <a:prstGeom prst="line">
              <a:avLst/>
            </a:prstGeom>
            <a:ln w="6350">
              <a:headEnd type="triangle" w="sm" len="sm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9463B1-2DB7-D64D-4D48-4EA55A4492F2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5699570" y="4158907"/>
              <a:ext cx="180735" cy="214552"/>
            </a:xfrm>
            <a:prstGeom prst="line">
              <a:avLst/>
            </a:prstGeom>
            <a:ln w="6350">
              <a:headEnd type="triangle" w="sm" len="sm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3D315E-99B1-C14C-130C-5D1EE4573836}"/>
                </a:ext>
              </a:extLst>
            </p:cNvPr>
            <p:cNvSpPr txBox="1"/>
            <p:nvPr/>
          </p:nvSpPr>
          <p:spPr>
            <a:xfrm>
              <a:off x="5755194" y="5018138"/>
              <a:ext cx="5309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74A713"/>
                  </a:solidFill>
                  <a:latin typeface="Roboto Condensed" pitchFamily="2" charset="0"/>
                  <a:ea typeface="Roboto Condensed" pitchFamily="2" charset="0"/>
                </a:rPr>
                <a:t>Aves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C92D3E-6983-ACA5-724B-F2FA86AACD34}"/>
                </a:ext>
              </a:extLst>
            </p:cNvPr>
            <p:cNvSpPr txBox="1"/>
            <p:nvPr/>
          </p:nvSpPr>
          <p:spPr>
            <a:xfrm>
              <a:off x="5755194" y="5182525"/>
              <a:ext cx="9332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2EA4D2"/>
                  </a:solidFill>
                  <a:latin typeface="Roboto Condensed" pitchFamily="2" charset="0"/>
                  <a:ea typeface="Roboto Condensed" pitchFamily="2" charset="0"/>
                </a:rPr>
                <a:t>Mammalia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EE7ABF-38C7-70F2-734E-A8D033506396}"/>
                </a:ext>
              </a:extLst>
            </p:cNvPr>
            <p:cNvSpPr txBox="1"/>
            <p:nvPr/>
          </p:nvSpPr>
          <p:spPr>
            <a:xfrm>
              <a:off x="5755194" y="5356082"/>
              <a:ext cx="715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E683C2"/>
                  </a:solidFill>
                  <a:latin typeface="Roboto Condensed" pitchFamily="2" charset="0"/>
                  <a:ea typeface="Roboto Condensed" pitchFamily="2" charset="0"/>
                </a:rPr>
                <a:t>Reptilia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8F4B4D-D8A5-603F-2B35-CB8D3F45B7B3}"/>
                </a:ext>
              </a:extLst>
            </p:cNvPr>
            <p:cNvSpPr txBox="1"/>
            <p:nvPr/>
          </p:nvSpPr>
          <p:spPr>
            <a:xfrm>
              <a:off x="5817632" y="5537996"/>
              <a:ext cx="8563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solidFill>
                    <a:srgbClr val="DC906F"/>
                  </a:solidFill>
                  <a:latin typeface="Roboto Condensed" pitchFamily="2" charset="0"/>
                  <a:ea typeface="Roboto Condensed" pitchFamily="2" charset="0"/>
                </a:rPr>
                <a:t>Amphibia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9105386-2172-3325-A818-956C2C909C89}"/>
                </a:ext>
              </a:extLst>
            </p:cNvPr>
            <p:cNvCxnSpPr>
              <a:cxnSpLocks/>
            </p:cNvCxnSpPr>
            <p:nvPr/>
          </p:nvCxnSpPr>
          <p:spPr>
            <a:xfrm>
              <a:off x="5699570" y="5507973"/>
              <a:ext cx="180735" cy="155886"/>
            </a:xfrm>
            <a:prstGeom prst="line">
              <a:avLst/>
            </a:prstGeom>
            <a:ln w="6350">
              <a:headEnd type="triangle" w="sm" len="sm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230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Roboto Condensed</vt:lpstr>
      <vt:lpstr>Roboto Condensed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1</cp:revision>
  <dcterms:created xsi:type="dcterms:W3CDTF">2026-06-12T15:56:19Z</dcterms:created>
  <dcterms:modified xsi:type="dcterms:W3CDTF">2026-06-12T16:10:24Z</dcterms:modified>
</cp:coreProperties>
</file>